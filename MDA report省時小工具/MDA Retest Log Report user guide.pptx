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0" r:id="rId5"/>
    <p:sldId id="304" r:id="rId6"/>
    <p:sldId id="299" r:id="rId7"/>
    <p:sldId id="303" r:id="rId8"/>
    <p:sldId id="298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99"/>
    <a:srgbClr val="D8FF8B"/>
    <a:srgbClr val="000000"/>
    <a:srgbClr val="8ED300"/>
    <a:srgbClr val="6666FF"/>
    <a:srgbClr val="0066FF"/>
    <a:srgbClr val="5185B3"/>
    <a:srgbClr val="7FF96F"/>
    <a:srgbClr val="7BDF6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333" autoAdjust="0"/>
  </p:normalViewPr>
  <p:slideViewPr>
    <p:cSldViewPr snapToGrid="0">
      <p:cViewPr varScale="1">
        <p:scale>
          <a:sx n="72" d="100"/>
          <a:sy n="72" d="100"/>
        </p:scale>
        <p:origin x="100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00"/>
    </p:cViewPr>
  </p:sorter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JH Lin/WYTN/Wiwynn" userId="9e173dbf-6074-4ad6-a897-d3416abb33c1" providerId="ADAL" clId="{D0BC3102-1CBD-46A9-9DD1-12AEABED097E}"/>
    <pc:docChg chg="mod modMainMaster">
      <pc:chgData name="David JH Lin/WYTN/Wiwynn" userId="9e173dbf-6074-4ad6-a897-d3416abb33c1" providerId="ADAL" clId="{D0BC3102-1CBD-46A9-9DD1-12AEABED097E}" dt="2023-10-31T11:37:19.167" v="1" actId="33475"/>
      <pc:docMkLst>
        <pc:docMk/>
      </pc:docMkLst>
      <pc:sldMasterChg chg="addSp mod">
        <pc:chgData name="David JH Lin/WYTN/Wiwynn" userId="9e173dbf-6074-4ad6-a897-d3416abb33c1" providerId="ADAL" clId="{D0BC3102-1CBD-46A9-9DD1-12AEABED097E}" dt="2023-10-31T11:37:19.160" v="0" actId="33475"/>
        <pc:sldMasterMkLst>
          <pc:docMk/>
          <pc:sldMasterMk cId="2672477235" sldId="2147483648"/>
        </pc:sldMasterMkLst>
        <pc:spChg chg="add">
          <ac:chgData name="David JH Lin/WYTN/Wiwynn" userId="9e173dbf-6074-4ad6-a897-d3416abb33c1" providerId="ADAL" clId="{D0BC3102-1CBD-46A9-9DD1-12AEABED097E}" dt="2023-10-31T11:37:19.160" v="0" actId="33475"/>
          <ac:spMkLst>
            <pc:docMk/>
            <pc:sldMasterMk cId="2672477235" sldId="2147483648"/>
            <ac:spMk id="3" creationId="{B09F0EB9-748F-418B-ACF5-50E8291EDC4B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F3B76-C10F-4B7A-92E8-42BBECF6A371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5D6AF-BBDA-4C95-913C-6E0E3C416D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099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B0F2F-6923-453A-903D-A095B9E6791D}" type="datetimeFigureOut">
              <a:rPr lang="zh-TW" altLang="en-US" smtClean="0"/>
              <a:t>2024/12/15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0B985-E026-4BB2-A0BB-B820AE58CD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46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0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8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3205213" y="2745570"/>
            <a:ext cx="8986788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3205213" y="3465570"/>
            <a:ext cx="8986787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FFFF00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3484335" y="4988378"/>
            <a:ext cx="7909382" cy="415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3487145" y="4403284"/>
            <a:ext cx="7906571" cy="57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496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5"/>
          <p:cNvSpPr>
            <a:spLocks noGrp="1"/>
          </p:cNvSpPr>
          <p:nvPr>
            <p:ph type="title" hasCustomPrompt="1"/>
          </p:nvPr>
        </p:nvSpPr>
        <p:spPr>
          <a:xfrm>
            <a:off x="4602746" y="1809750"/>
            <a:ext cx="7436854" cy="1655820"/>
          </a:xfrm>
          <a:prstGeom prst="rect">
            <a:avLst/>
          </a:prstGeom>
        </p:spPr>
        <p:txBody>
          <a:bodyPr anchor="b"/>
          <a:lstStyle>
            <a:lvl1pPr>
              <a:defRPr sz="4800" b="1" baseline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5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602746" y="3478270"/>
            <a:ext cx="6781800" cy="1008062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3600" b="0" i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en-US" altLang="zh-TW" dirty="0"/>
              <a:t>Presentation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073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7" hasCustomPrompt="1"/>
          </p:nvPr>
        </p:nvSpPr>
        <p:spPr>
          <a:xfrm>
            <a:off x="838200" y="865188"/>
            <a:ext cx="11049000" cy="5802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2pPr>
          </a:lstStyle>
          <a:p>
            <a:pPr lvl="0"/>
            <a:r>
              <a:rPr lang="en-US" altLang="zh-TW" dirty="0"/>
              <a:t>Context</a:t>
            </a:r>
          </a:p>
          <a:p>
            <a:pPr lvl="1"/>
            <a:r>
              <a:rPr lang="en-US" altLang="zh-TW" dirty="0"/>
              <a:t>Next Level</a:t>
            </a:r>
            <a:endParaRPr lang="zh-TW" altLang="en-US" dirty="0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65124"/>
            <a:ext cx="11049000" cy="6615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3600" b="1" kern="1200" baseline="0" dirty="0" smtClean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157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說明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365124"/>
            <a:ext cx="12192000" cy="49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ctrTitle" hasCustomPrompt="1"/>
          </p:nvPr>
        </p:nvSpPr>
        <p:spPr>
          <a:xfrm>
            <a:off x="0" y="5524230"/>
            <a:ext cx="12192000" cy="927369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2800" b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Example or Table Description</a:t>
            </a:r>
            <a:endParaRPr lang="zh-TW" altLang="en-US" dirty="0"/>
          </a:p>
        </p:txBody>
      </p:sp>
      <p:sp>
        <p:nvSpPr>
          <p:cNvPr id="8" name="內容版面配置區 5"/>
          <p:cNvSpPr>
            <a:spLocks noGrp="1"/>
          </p:cNvSpPr>
          <p:nvPr>
            <p:ph sz="quarter" idx="10" hasCustomPrompt="1"/>
          </p:nvPr>
        </p:nvSpPr>
        <p:spPr>
          <a:xfrm>
            <a:off x="838200" y="862012"/>
            <a:ext cx="10287000" cy="4474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b="1">
                <a:solidFill>
                  <a:schemeClr val="bg1"/>
                </a:solidFill>
                <a:latin typeface="+mj-lt"/>
                <a:ea typeface="+mj-ea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  <a:latin typeface="+mj-lt"/>
                <a:ea typeface="+mj-ea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Context</a:t>
            </a:r>
            <a:endParaRPr lang="zh-TW" altLang="en-US" dirty="0"/>
          </a:p>
          <a:p>
            <a:pPr marL="685800" lvl="1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Next Level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3"/>
          <a:srcRect b="90000"/>
          <a:stretch/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sp>
        <p:nvSpPr>
          <p:cNvPr id="15" name="文字版面配置區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4"/>
            <a:ext cx="11353800" cy="592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006C9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30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關鍵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540000"/>
            <a:ext cx="12192000" cy="14529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Key Words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15" y="359445"/>
            <a:ext cx="1398708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3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968155"/>
            <a:ext cx="12192000" cy="72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Backup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03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備忘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1415846"/>
            <a:ext cx="12192000" cy="49116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0" y="533400"/>
            <a:ext cx="12192000" cy="66198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/>
          <a:lstStyle>
            <a:lvl1pPr algn="ctr">
              <a:defRPr b="1" baseline="0">
                <a:solidFill>
                  <a:srgbClr val="006C92"/>
                </a:solidFill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8" name="內容版面配置區 8"/>
          <p:cNvSpPr>
            <a:spLocks noGrp="1"/>
          </p:cNvSpPr>
          <p:nvPr>
            <p:ph sz="quarter" idx="11" hasCustomPrompt="1"/>
          </p:nvPr>
        </p:nvSpPr>
        <p:spPr>
          <a:xfrm>
            <a:off x="419100" y="1728788"/>
            <a:ext cx="11472862" cy="459875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006C92"/>
                </a:solidFill>
                <a:latin typeface="+mj-lt"/>
                <a:ea typeface="+mj-ea"/>
              </a:defRPr>
            </a:lvl1pPr>
            <a:lvl2pPr>
              <a:defRPr sz="2400" b="0">
                <a:solidFill>
                  <a:srgbClr val="006C92"/>
                </a:solidFill>
                <a:latin typeface="+mj-lt"/>
                <a:ea typeface="+mj-ea"/>
              </a:defRPr>
            </a:lvl2pPr>
            <a:lvl3pPr>
              <a:defRPr sz="2000" b="0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TW" dirty="0"/>
              <a:t>Context </a:t>
            </a:r>
          </a:p>
          <a:p>
            <a:pPr lvl="1"/>
            <a:r>
              <a:rPr lang="en-US" altLang="zh-TW" dirty="0"/>
              <a:t>Next Level</a:t>
            </a:r>
          </a:p>
        </p:txBody>
      </p:sp>
    </p:spTree>
    <p:extLst>
      <p:ext uri="{BB962C8B-B14F-4D97-AF65-F5344CB8AC3E}">
        <p14:creationId xmlns:p14="http://schemas.microsoft.com/office/powerpoint/2010/main" val="292947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2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9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4932945" y="2745570"/>
            <a:ext cx="7259055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9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4932947" y="3465570"/>
            <a:ext cx="7259054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75" b="1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5004934" y="4988380"/>
            <a:ext cx="6388783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007204" y="4403284"/>
            <a:ext cx="6386512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5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/>
          <a:srcRect l="52361" t="46936" r="35834" b="47304"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3639552" y="2968155"/>
            <a:ext cx="54000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按一下以編輯封底結尾</a:t>
            </a:r>
          </a:p>
        </p:txBody>
      </p:sp>
    </p:spTree>
    <p:extLst>
      <p:ext uri="{BB962C8B-B14F-4D97-AF65-F5344CB8AC3E}">
        <p14:creationId xmlns:p14="http://schemas.microsoft.com/office/powerpoint/2010/main" val="363422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09F0EB9-748F-418B-ACF5-50E8291EDC4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7337" y="6720840"/>
            <a:ext cx="7985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zh-TW" altLang="en-US" sz="90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Wiwynn Internal</a:t>
            </a:r>
          </a:p>
        </p:txBody>
      </p:sp>
    </p:spTree>
    <p:extLst>
      <p:ext uri="{BB962C8B-B14F-4D97-AF65-F5344CB8AC3E}">
        <p14:creationId xmlns:p14="http://schemas.microsoft.com/office/powerpoint/2010/main" val="267247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2" r:id="rId5"/>
    <p:sldLayoutId id="2147483653" r:id="rId6"/>
    <p:sldLayoutId id="2147483650" r:id="rId7"/>
    <p:sldLayoutId id="2147483657" r:id="rId8"/>
    <p:sldLayoutId id="214748367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07289" y="4779241"/>
            <a:ext cx="488834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Department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BLNC00</a:t>
            </a: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Course</a:t>
            </a:r>
            <a:r>
              <a:rPr kumimoji="1" lang="zh-TW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zh-TW" sz="2400" dirty="0">
                <a:solidFill>
                  <a:schemeClr val="bg1"/>
                </a:solidFill>
              </a:rPr>
              <a:t>Number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Prepared By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David JH Lin</a:t>
            </a: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Date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Version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6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F650BA-10B6-46E9-BCCD-36AA412D130A}"/>
              </a:ext>
            </a:extLst>
          </p:cNvPr>
          <p:cNvSpPr txBox="1"/>
          <p:nvPr/>
        </p:nvSpPr>
        <p:spPr>
          <a:xfrm>
            <a:off x="1291257" y="4970827"/>
            <a:ext cx="394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 </a:t>
            </a:r>
            <a:r>
              <a:rPr lang="zh-TW" altLang="en-US" dirty="0"/>
              <a:t>巨集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dcl </a:t>
            </a:r>
            <a:r>
              <a:rPr lang="zh-TW" altLang="en-US" dirty="0"/>
              <a:t>放在相同路徑。</a:t>
            </a:r>
          </a:p>
        </p:txBody>
      </p:sp>
      <p:pic>
        <p:nvPicPr>
          <p:cNvPr id="7" name="圖片 6" descr="一張含有 文字, 螢幕擷取畫面, 字型, 軟體 的圖片&#10;&#10;自動產生的描述">
            <a:extLst>
              <a:ext uri="{FF2B5EF4-FFF2-40B4-BE49-F238E27FC236}">
                <a16:creationId xmlns:a16="http://schemas.microsoft.com/office/drawing/2014/main" id="{EE27B108-5082-41DF-8759-2A14E4E92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9" y="1226342"/>
            <a:ext cx="4640125" cy="31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3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12" name="圖片 11" descr="一張含有 文字, 螢幕擷取畫面, 數字, 行 的圖片&#10;&#10;自動產生的描述">
            <a:extLst>
              <a:ext uri="{FF2B5EF4-FFF2-40B4-BE49-F238E27FC236}">
                <a16:creationId xmlns:a16="http://schemas.microsoft.com/office/drawing/2014/main" id="{4D92A0F2-A84F-4CC7-9DE4-020617382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0" y="2037192"/>
            <a:ext cx="3810000" cy="195262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B0592DB-6F02-4093-89D7-C5961367771D}"/>
              </a:ext>
            </a:extLst>
          </p:cNvPr>
          <p:cNvSpPr/>
          <p:nvPr/>
        </p:nvSpPr>
        <p:spPr>
          <a:xfrm>
            <a:off x="1696280" y="2214650"/>
            <a:ext cx="2014330" cy="1268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F14BAD-F42A-4301-8AD5-14D9917ACE9D}"/>
              </a:ext>
            </a:extLst>
          </p:cNvPr>
          <p:cNvSpPr txBox="1"/>
          <p:nvPr/>
        </p:nvSpPr>
        <p:spPr>
          <a:xfrm>
            <a:off x="1245705" y="4167275"/>
            <a:ext cx="1643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點擊神奇按鈕</a:t>
            </a:r>
          </a:p>
        </p:txBody>
      </p:sp>
      <p:pic>
        <p:nvPicPr>
          <p:cNvPr id="16" name="圖片 15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0F31F1F4-CD3E-4E2F-8F1A-8183F274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015119"/>
            <a:ext cx="6553200" cy="2038350"/>
          </a:xfrm>
          <a:prstGeom prst="rect">
            <a:avLst/>
          </a:prstGeom>
        </p:spPr>
      </p:pic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EE9A5111-B0CA-4CB7-8EA1-22FFD1B8C3D5}"/>
              </a:ext>
            </a:extLst>
          </p:cNvPr>
          <p:cNvSpPr/>
          <p:nvPr/>
        </p:nvSpPr>
        <p:spPr>
          <a:xfrm>
            <a:off x="4214191" y="2848782"/>
            <a:ext cx="858079" cy="398001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AA87C3-8541-4A1F-ACD4-99AD706419AA}"/>
              </a:ext>
            </a:extLst>
          </p:cNvPr>
          <p:cNvSpPr txBox="1"/>
          <p:nvPr/>
        </p:nvSpPr>
        <p:spPr>
          <a:xfrm>
            <a:off x="5334001" y="4857275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loglist</a:t>
            </a:r>
            <a:r>
              <a:rPr lang="en-US" altLang="zh-TW" dirty="0"/>
              <a:t> </a:t>
            </a:r>
            <a:r>
              <a:rPr lang="zh-TW" altLang="en-US" dirty="0"/>
              <a:t>會清列出相同路徑下的</a:t>
            </a:r>
            <a:r>
              <a:rPr lang="en-US" altLang="zh-TW" dirty="0"/>
              <a:t>dcl</a:t>
            </a:r>
            <a:r>
              <a:rPr lang="zh-TW" altLang="en-US" dirty="0"/>
              <a:t>。但是巨集只會搜尋 帶有 </a:t>
            </a:r>
            <a:r>
              <a:rPr lang="en-US" altLang="zh-TW" dirty="0"/>
              <a:t>“FAIL”</a:t>
            </a:r>
            <a:r>
              <a:rPr lang="zh-TW" altLang="en-US" dirty="0"/>
              <a:t>的檔案。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2B27F0-0962-4D70-9D8F-0EEAA6C7E8B0}"/>
              </a:ext>
            </a:extLst>
          </p:cNvPr>
          <p:cNvSpPr/>
          <p:nvPr/>
        </p:nvSpPr>
        <p:spPr>
          <a:xfrm>
            <a:off x="6021458" y="3489753"/>
            <a:ext cx="743777" cy="619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83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F650BA-10B6-46E9-BCCD-36AA412D130A}"/>
              </a:ext>
            </a:extLst>
          </p:cNvPr>
          <p:cNvSpPr txBox="1"/>
          <p:nvPr/>
        </p:nvSpPr>
        <p:spPr>
          <a:xfrm>
            <a:off x="400879" y="4581011"/>
            <a:ext cx="406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dcl </a:t>
            </a:r>
            <a:r>
              <a:rPr lang="zh-TW" altLang="en-US" dirty="0"/>
              <a:t>的 </a:t>
            </a:r>
            <a:r>
              <a:rPr lang="en-US" altLang="zh-TW" dirty="0"/>
              <a:t>fail item </a:t>
            </a:r>
            <a:r>
              <a:rPr lang="zh-TW" altLang="en-US" dirty="0"/>
              <a:t>會整理到 </a:t>
            </a:r>
            <a:r>
              <a:rPr lang="en-US" altLang="zh-TW" dirty="0" err="1"/>
              <a:t>acc_table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 descr="一張含有 文字, 字型, 行, 數字 的圖片&#10;&#10;自動產生的描述">
            <a:extLst>
              <a:ext uri="{FF2B5EF4-FFF2-40B4-BE49-F238E27FC236}">
                <a16:creationId xmlns:a16="http://schemas.microsoft.com/office/drawing/2014/main" id="{448EFD80-48A8-4522-BAC6-4AE41865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65188"/>
            <a:ext cx="12039600" cy="34004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AC319D5-6C25-492B-9202-61D01563951C}"/>
              </a:ext>
            </a:extLst>
          </p:cNvPr>
          <p:cNvSpPr/>
          <p:nvPr/>
        </p:nvSpPr>
        <p:spPr>
          <a:xfrm>
            <a:off x="2787928" y="3680068"/>
            <a:ext cx="935933" cy="619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85FE90-65F7-42D0-A74A-1A05DF9C3AE5}"/>
              </a:ext>
            </a:extLst>
          </p:cNvPr>
          <p:cNvSpPr/>
          <p:nvPr/>
        </p:nvSpPr>
        <p:spPr>
          <a:xfrm>
            <a:off x="10752747" y="1026647"/>
            <a:ext cx="1338991" cy="2463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CD50CE4-C96B-4A21-88C2-64161DED02F2}"/>
              </a:ext>
            </a:extLst>
          </p:cNvPr>
          <p:cNvSpPr txBox="1"/>
          <p:nvPr/>
        </p:nvSpPr>
        <p:spPr>
          <a:xfrm>
            <a:off x="9834685" y="4765677"/>
            <a:ext cx="225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Top issue </a:t>
            </a:r>
            <a:r>
              <a:rPr lang="zh-TW" altLang="en-US" dirty="0"/>
              <a:t>在這裡。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33A4BF2-6897-4754-91C3-246E73607614}"/>
              </a:ext>
            </a:extLst>
          </p:cNvPr>
          <p:cNvCxnSpPr>
            <a:endCxn id="13" idx="0"/>
          </p:cNvCxnSpPr>
          <p:nvPr/>
        </p:nvCxnSpPr>
        <p:spPr>
          <a:xfrm flipH="1">
            <a:off x="10963212" y="3489753"/>
            <a:ext cx="486666" cy="12759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90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51784" y="2564904"/>
            <a:ext cx="4050000" cy="7200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-END-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84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6249">
        <p14:reveal/>
      </p:transition>
    </mc:Choice>
    <mc:Fallback xmlns="">
      <p:transition spd="med" advTm="6249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14A5ECE207F104B8510E2684F3B1A55" ma:contentTypeVersion="0" ma:contentTypeDescription="建立新的文件。" ma:contentTypeScope="" ma:versionID="d867a9224bc5c9a0960210d5ef1d1b7b">
  <xsd:schema xmlns:xsd="http://www.w3.org/2001/XMLSchema" xmlns:p="http://schemas.microsoft.com/office/2006/metadata/properties" targetNamespace="http://schemas.microsoft.com/office/2006/metadata/properties" ma:root="true" ma:fieldsID="b8ca951d90cafeb83d4a03d140f1bad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 ma:readOnly="true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CE9BD5B-B225-4F65-B263-06F9A0215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8644D257-8D43-4A11-B422-0831BB3D99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253D25-1C87-4885-BA26-D62771507FA1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6016</TotalTime>
  <Words>87</Words>
  <Application>Microsoft Office PowerPoint</Application>
  <PresentationFormat>寬螢幕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Microsoft YaHei</vt:lpstr>
      <vt:lpstr>Myriad Pro</vt:lpstr>
      <vt:lpstr>微軟正黑體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-END-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server</dc:title>
  <dc:creator>Bing Wu/WYHQ/Wiwynn</dc:creator>
  <cp:lastModifiedBy>David JH Lin/WYTN/Wiwynn</cp:lastModifiedBy>
  <cp:revision>324</cp:revision>
  <cp:lastPrinted>2019-01-25T08:23:54Z</cp:lastPrinted>
  <dcterms:created xsi:type="dcterms:W3CDTF">2017-01-04T04:51:59Z</dcterms:created>
  <dcterms:modified xsi:type="dcterms:W3CDTF">2024-12-15T01:26:39Z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a24c06-90a5-45de-95e3-fe6830a74449_Enabled">
    <vt:lpwstr>true</vt:lpwstr>
  </property>
  <property fmtid="{D5CDD505-2E9C-101B-9397-08002B2CF9AE}" pid="3" name="MSIP_Label_2fa24c06-90a5-45de-95e3-fe6830a74449_SetDate">
    <vt:lpwstr>2023-10-31T11:37:19Z</vt:lpwstr>
  </property>
  <property fmtid="{D5CDD505-2E9C-101B-9397-08002B2CF9AE}" pid="4" name="MSIP_Label_2fa24c06-90a5-45de-95e3-fe6830a74449_Method">
    <vt:lpwstr>Privileged</vt:lpwstr>
  </property>
  <property fmtid="{D5CDD505-2E9C-101B-9397-08002B2CF9AE}" pid="5" name="MSIP_Label_2fa24c06-90a5-45de-95e3-fe6830a74449_Name">
    <vt:lpwstr>Wiwynn Classified</vt:lpwstr>
  </property>
  <property fmtid="{D5CDD505-2E9C-101B-9397-08002B2CF9AE}" pid="6" name="MSIP_Label_2fa24c06-90a5-45de-95e3-fe6830a74449_SiteId">
    <vt:lpwstr>da6e0628-fc83-4caf-9dd2-73061cbab167</vt:lpwstr>
  </property>
  <property fmtid="{D5CDD505-2E9C-101B-9397-08002B2CF9AE}" pid="7" name="MSIP_Label_2fa24c06-90a5-45de-95e3-fe6830a74449_ActionId">
    <vt:lpwstr>0186789b-a1ec-4704-8c01-cd9b789dba57</vt:lpwstr>
  </property>
  <property fmtid="{D5CDD505-2E9C-101B-9397-08002B2CF9AE}" pid="8" name="MSIP_Label_2fa24c06-90a5-45de-95e3-fe6830a74449_ContentBits">
    <vt:lpwstr>2</vt:lpwstr>
  </property>
  <property fmtid="{D5CDD505-2E9C-101B-9397-08002B2CF9AE}" pid="9" name="ClassificationContentMarkingFooterLocations">
    <vt:lpwstr>Office 佈景主題:3</vt:lpwstr>
  </property>
  <property fmtid="{D5CDD505-2E9C-101B-9397-08002B2CF9AE}" pid="10" name="ClassificationContentMarkingFooterText">
    <vt:lpwstr>Wiwynn Internal</vt:lpwstr>
  </property>
</Properties>
</file>