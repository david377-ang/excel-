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70" r:id="rId5"/>
    <p:sldId id="292" r:id="rId6"/>
    <p:sldId id="299" r:id="rId7"/>
    <p:sldId id="301" r:id="rId8"/>
    <p:sldId id="300" r:id="rId9"/>
    <p:sldId id="302" r:id="rId10"/>
    <p:sldId id="296" r:id="rId11"/>
    <p:sldId id="298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000099"/>
    <a:srgbClr val="D8FF8B"/>
    <a:srgbClr val="000000"/>
    <a:srgbClr val="8ED300"/>
    <a:srgbClr val="6666FF"/>
    <a:srgbClr val="0066FF"/>
    <a:srgbClr val="5185B3"/>
    <a:srgbClr val="7FF96F"/>
    <a:srgbClr val="7BDF6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44" autoAdjust="0"/>
    <p:restoredTop sz="94333" autoAdjust="0"/>
  </p:normalViewPr>
  <p:slideViewPr>
    <p:cSldViewPr snapToGrid="0">
      <p:cViewPr varScale="1">
        <p:scale>
          <a:sx n="72" d="100"/>
          <a:sy n="72" d="100"/>
        </p:scale>
        <p:origin x="100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00"/>
    </p:cViewPr>
  </p:sorterViewPr>
  <p:notesViewPr>
    <p:cSldViewPr snapToGrid="0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JH Lin/WYTN/Wiwynn" userId="9e173dbf-6074-4ad6-a897-d3416abb33c1" providerId="ADAL" clId="{4932BCD4-7A7A-4D19-B88A-B008532E5681}"/>
    <pc:docChg chg="mod modMainMaster">
      <pc:chgData name="David JH Lin/WYTN/Wiwynn" userId="9e173dbf-6074-4ad6-a897-d3416abb33c1" providerId="ADAL" clId="{4932BCD4-7A7A-4D19-B88A-B008532E5681}" dt="2023-10-31T11:43:02.264" v="1" actId="33475"/>
      <pc:docMkLst>
        <pc:docMk/>
      </pc:docMkLst>
      <pc:sldMasterChg chg="addSp mod">
        <pc:chgData name="David JH Lin/WYTN/Wiwynn" userId="9e173dbf-6074-4ad6-a897-d3416abb33c1" providerId="ADAL" clId="{4932BCD4-7A7A-4D19-B88A-B008532E5681}" dt="2023-10-31T11:43:02.261" v="0" actId="33475"/>
        <pc:sldMasterMkLst>
          <pc:docMk/>
          <pc:sldMasterMk cId="2672477235" sldId="2147483648"/>
        </pc:sldMasterMkLst>
        <pc:spChg chg="add">
          <ac:chgData name="David JH Lin/WYTN/Wiwynn" userId="9e173dbf-6074-4ad6-a897-d3416abb33c1" providerId="ADAL" clId="{4932BCD4-7A7A-4D19-B88A-B008532E5681}" dt="2023-10-31T11:43:02.261" v="0" actId="33475"/>
          <ac:spMkLst>
            <pc:docMk/>
            <pc:sldMasterMk cId="2672477235" sldId="2147483648"/>
            <ac:spMk id="3" creationId="{62528290-8745-4540-9D6F-FCB0A1B3CA56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F3B76-C10F-4B7A-92E8-42BBECF6A371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5D6AF-BBDA-4C95-913C-6E0E3C416D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0994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B0F2F-6923-453A-903D-A095B9E6791D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1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0B985-E026-4BB2-A0BB-B820AE58CD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466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403680" y="6066950"/>
            <a:ext cx="1650208" cy="45719"/>
          </a:xfrm>
          <a:prstGeom prst="rect">
            <a:avLst/>
          </a:prstGeom>
          <a:gradFill>
            <a:gsLst>
              <a:gs pos="0">
                <a:srgbClr val="00090E"/>
              </a:gs>
              <a:gs pos="100000">
                <a:srgbClr val="0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  <a:ea typeface="+mj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1903868" y="6103144"/>
            <a:ext cx="52388" cy="5743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  <a:ea typeface="+mj-ea"/>
            </a:endParaRPr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680" y="6103144"/>
            <a:ext cx="1398708" cy="583200"/>
          </a:xfrm>
          <a:prstGeom prst="rect">
            <a:avLst/>
          </a:prstGeom>
        </p:spPr>
      </p:pic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3205213" y="2745570"/>
            <a:ext cx="8986788" cy="72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11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3205213" y="3465570"/>
            <a:ext cx="8986787" cy="7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1">
                <a:solidFill>
                  <a:srgbClr val="FFFF00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Presentation Subtitle</a:t>
            </a:r>
            <a:endParaRPr lang="zh-TW" altLang="en-US" dirty="0"/>
          </a:p>
        </p:txBody>
      </p:sp>
      <p:sp>
        <p:nvSpPr>
          <p:cNvPr id="13" name="文字版面配置區 5"/>
          <p:cNvSpPr>
            <a:spLocks noGrp="1"/>
          </p:cNvSpPr>
          <p:nvPr>
            <p:ph type="body" sz="quarter" idx="11" hasCustomPrompt="1"/>
          </p:nvPr>
        </p:nvSpPr>
        <p:spPr>
          <a:xfrm>
            <a:off x="3484335" y="4988378"/>
            <a:ext cx="7909382" cy="415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2400" b="1" kern="12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3487145" y="4403284"/>
            <a:ext cx="7906571" cy="5705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Speaker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496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5"/>
          <p:cNvSpPr>
            <a:spLocks noGrp="1"/>
          </p:cNvSpPr>
          <p:nvPr>
            <p:ph type="title" hasCustomPrompt="1"/>
          </p:nvPr>
        </p:nvSpPr>
        <p:spPr>
          <a:xfrm>
            <a:off x="4602746" y="1809750"/>
            <a:ext cx="7436854" cy="1655820"/>
          </a:xfrm>
          <a:prstGeom prst="rect">
            <a:avLst/>
          </a:prstGeom>
        </p:spPr>
        <p:txBody>
          <a:bodyPr anchor="b"/>
          <a:lstStyle>
            <a:lvl1pPr>
              <a:defRPr sz="4800" b="1" baseline="0">
                <a:solidFill>
                  <a:srgbClr val="006C92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5" name="內容版面配置區 7"/>
          <p:cNvSpPr>
            <a:spLocks noGrp="1"/>
          </p:cNvSpPr>
          <p:nvPr>
            <p:ph sz="quarter" idx="10" hasCustomPrompt="1"/>
          </p:nvPr>
        </p:nvSpPr>
        <p:spPr>
          <a:xfrm>
            <a:off x="4602746" y="3478270"/>
            <a:ext cx="6781800" cy="1008062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3600" b="0" i="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en-US" altLang="zh-TW" dirty="0"/>
              <a:t>Presentation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073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內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7" hasCustomPrompt="1"/>
          </p:nvPr>
        </p:nvSpPr>
        <p:spPr>
          <a:xfrm>
            <a:off x="838200" y="865188"/>
            <a:ext cx="11049000" cy="5802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 lang="zh-TW" altLang="en-US" sz="2400" b="0" i="0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 lang="zh-TW" altLang="en-US" sz="2400" b="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n-cs"/>
              </a:defRPr>
            </a:lvl2pPr>
          </a:lstStyle>
          <a:p>
            <a:pPr lvl="0"/>
            <a:r>
              <a:rPr lang="en-US" altLang="zh-TW" dirty="0"/>
              <a:t>Context</a:t>
            </a:r>
          </a:p>
          <a:p>
            <a:pPr lvl="1"/>
            <a:r>
              <a:rPr lang="en-US" altLang="zh-TW" dirty="0"/>
              <a:t>Next Level</a:t>
            </a:r>
            <a:endParaRPr lang="zh-TW" altLang="en-US" dirty="0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88680" y="6404476"/>
            <a:ext cx="403058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6">
                    <a:lumMod val="60000"/>
                    <a:lumOff val="40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FE21BC48-8395-4992-84A5-93A60A18EA3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65124"/>
            <a:ext cx="11049000" cy="6615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3600" b="1" kern="1200" baseline="0" dirty="0" smtClean="0">
                <a:solidFill>
                  <a:srgbClr val="006C9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157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表說明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365124"/>
            <a:ext cx="12192000" cy="499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  <a:ea typeface="+mj-ea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ctrTitle" hasCustomPrompt="1"/>
          </p:nvPr>
        </p:nvSpPr>
        <p:spPr>
          <a:xfrm>
            <a:off x="0" y="5524230"/>
            <a:ext cx="12192000" cy="927369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2800" b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Example or Table Description</a:t>
            </a:r>
            <a:endParaRPr lang="zh-TW" altLang="en-US" dirty="0"/>
          </a:p>
        </p:txBody>
      </p:sp>
      <p:sp>
        <p:nvSpPr>
          <p:cNvPr id="8" name="內容版面配置區 5"/>
          <p:cNvSpPr>
            <a:spLocks noGrp="1"/>
          </p:cNvSpPr>
          <p:nvPr>
            <p:ph sz="quarter" idx="10" hasCustomPrompt="1"/>
          </p:nvPr>
        </p:nvSpPr>
        <p:spPr>
          <a:xfrm>
            <a:off x="838200" y="862012"/>
            <a:ext cx="10287000" cy="4474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b="1">
                <a:solidFill>
                  <a:schemeClr val="bg1"/>
                </a:solidFill>
                <a:latin typeface="+mj-lt"/>
                <a:ea typeface="+mj-ea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  <a:latin typeface="+mj-lt"/>
                <a:ea typeface="+mj-ea"/>
              </a:defRPr>
            </a:lvl2pPr>
          </a:lstStyle>
          <a:p>
            <a:pPr marL="228600" lvl="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Context</a:t>
            </a:r>
            <a:endParaRPr lang="zh-TW" altLang="en-US" dirty="0"/>
          </a:p>
          <a:p>
            <a:pPr marL="685800" lvl="1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Next Level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3"/>
          <a:srcRect b="90000"/>
          <a:stretch/>
        </p:blipFill>
        <p:spPr>
          <a:xfrm>
            <a:off x="0" y="0"/>
            <a:ext cx="12192000" cy="685800"/>
          </a:xfrm>
          <a:prstGeom prst="rect">
            <a:avLst/>
          </a:prstGeom>
        </p:spPr>
      </p:pic>
      <p:sp>
        <p:nvSpPr>
          <p:cNvPr id="15" name="文字版面配置區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65124"/>
            <a:ext cx="11353800" cy="592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006C9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630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關鍵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8637" y="2640983"/>
            <a:ext cx="2159000" cy="596900"/>
          </a:xfrm>
          <a:prstGeom prst="rect">
            <a:avLst/>
          </a:prstGeom>
        </p:spPr>
      </p:pic>
      <p:sp>
        <p:nvSpPr>
          <p:cNvPr id="4" name="標題 1"/>
          <p:cNvSpPr>
            <a:spLocks noGrp="1"/>
          </p:cNvSpPr>
          <p:nvPr>
            <p:ph type="ctrTitle" hasCustomPrompt="1"/>
          </p:nvPr>
        </p:nvSpPr>
        <p:spPr>
          <a:xfrm>
            <a:off x="0" y="2540000"/>
            <a:ext cx="12192000" cy="14529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6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Key Words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15" y="359445"/>
            <a:ext cx="1398708" cy="5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3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 hasCustomPrompt="1"/>
          </p:nvPr>
        </p:nvSpPr>
        <p:spPr>
          <a:xfrm>
            <a:off x="0" y="2968155"/>
            <a:ext cx="12192000" cy="72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Backup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03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備忘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88680" y="6404476"/>
            <a:ext cx="403058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6">
                    <a:lumMod val="60000"/>
                    <a:lumOff val="40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FE21BC48-8395-4992-84A5-93A60A18EA3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0" y="1415846"/>
            <a:ext cx="12192000" cy="49116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0" y="533400"/>
            <a:ext cx="12192000" cy="661988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/>
          <a:lstStyle>
            <a:lvl1pPr algn="ctr">
              <a:defRPr b="1" baseline="0">
                <a:solidFill>
                  <a:srgbClr val="006C92"/>
                </a:solidFill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8" name="內容版面配置區 8"/>
          <p:cNvSpPr>
            <a:spLocks noGrp="1"/>
          </p:cNvSpPr>
          <p:nvPr>
            <p:ph sz="quarter" idx="11" hasCustomPrompt="1"/>
          </p:nvPr>
        </p:nvSpPr>
        <p:spPr>
          <a:xfrm>
            <a:off x="419100" y="1728788"/>
            <a:ext cx="11472862" cy="459875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006C92"/>
                </a:solidFill>
                <a:latin typeface="+mj-lt"/>
                <a:ea typeface="+mj-ea"/>
              </a:defRPr>
            </a:lvl1pPr>
            <a:lvl2pPr>
              <a:defRPr sz="2400" b="0">
                <a:solidFill>
                  <a:srgbClr val="006C92"/>
                </a:solidFill>
                <a:latin typeface="+mj-lt"/>
                <a:ea typeface="+mj-ea"/>
              </a:defRPr>
            </a:lvl2pPr>
            <a:lvl3pPr>
              <a:defRPr sz="2000" b="0">
                <a:solidFill>
                  <a:srgbClr val="006C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800" b="1">
                <a:solidFill>
                  <a:srgbClr val="006C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800" b="1">
                <a:solidFill>
                  <a:srgbClr val="006C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altLang="zh-TW" dirty="0"/>
              <a:t>Context </a:t>
            </a:r>
          </a:p>
          <a:p>
            <a:pPr lvl="1"/>
            <a:r>
              <a:rPr lang="en-US" altLang="zh-TW" dirty="0"/>
              <a:t>Next Level</a:t>
            </a:r>
          </a:p>
        </p:txBody>
      </p:sp>
    </p:spTree>
    <p:extLst>
      <p:ext uri="{BB962C8B-B14F-4D97-AF65-F5344CB8AC3E}">
        <p14:creationId xmlns:p14="http://schemas.microsoft.com/office/powerpoint/2010/main" val="292947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403680" y="6066952"/>
            <a:ext cx="1650208" cy="45719"/>
          </a:xfrm>
          <a:prstGeom prst="rect">
            <a:avLst/>
          </a:prstGeom>
          <a:gradFill>
            <a:gsLst>
              <a:gs pos="0">
                <a:srgbClr val="00090E"/>
              </a:gs>
              <a:gs pos="100000">
                <a:srgbClr val="0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6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1903869" y="6103144"/>
            <a:ext cx="52388" cy="5743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6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680" y="6103144"/>
            <a:ext cx="1398708" cy="583200"/>
          </a:xfrm>
          <a:prstGeom prst="rect">
            <a:avLst/>
          </a:prstGeom>
        </p:spPr>
      </p:pic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4932945" y="2745570"/>
            <a:ext cx="7259055" cy="72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9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11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4932947" y="3465570"/>
            <a:ext cx="7259054" cy="7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75" b="1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 altLang="zh-TW" dirty="0"/>
              <a:t>Presentation Subtitle</a:t>
            </a:r>
            <a:endParaRPr lang="zh-TW" altLang="en-US" dirty="0"/>
          </a:p>
        </p:txBody>
      </p:sp>
      <p:sp>
        <p:nvSpPr>
          <p:cNvPr id="13" name="文字版面配置區 5"/>
          <p:cNvSpPr>
            <a:spLocks noGrp="1"/>
          </p:cNvSpPr>
          <p:nvPr>
            <p:ph type="body" sz="quarter" idx="11" hasCustomPrompt="1"/>
          </p:nvPr>
        </p:nvSpPr>
        <p:spPr>
          <a:xfrm>
            <a:off x="5004934" y="4988380"/>
            <a:ext cx="6388783" cy="454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1950" b="1" kern="12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007204" y="4403284"/>
            <a:ext cx="6386512" cy="454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1950" b="1" kern="12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Speaker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658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 rotWithShape="1">
          <a:blip r:embed="rId3"/>
          <a:srcRect l="52361" t="46936" r="35834" b="47304"/>
          <a:stretch/>
        </p:blipFill>
        <p:spPr>
          <a:xfrm>
            <a:off x="5018637" y="2640983"/>
            <a:ext cx="2159000" cy="596900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3639552" y="2968155"/>
            <a:ext cx="54000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按一下以編輯封底結尾</a:t>
            </a:r>
          </a:p>
        </p:txBody>
      </p:sp>
    </p:spTree>
    <p:extLst>
      <p:ext uri="{BB962C8B-B14F-4D97-AF65-F5344CB8AC3E}">
        <p14:creationId xmlns:p14="http://schemas.microsoft.com/office/powerpoint/2010/main" val="363422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2528290-8745-4540-9D6F-FCB0A1B3CA5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7337" y="6720840"/>
            <a:ext cx="79851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zh-TW" altLang="en-US" sz="90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Wiwynn Internal</a:t>
            </a:r>
          </a:p>
        </p:txBody>
      </p:sp>
    </p:spTree>
    <p:extLst>
      <p:ext uri="{BB962C8B-B14F-4D97-AF65-F5344CB8AC3E}">
        <p14:creationId xmlns:p14="http://schemas.microsoft.com/office/powerpoint/2010/main" val="267247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  <p:sldLayoutId id="2147483652" r:id="rId5"/>
    <p:sldLayoutId id="2147483653" r:id="rId6"/>
    <p:sldLayoutId id="2147483650" r:id="rId7"/>
    <p:sldLayoutId id="2147483657" r:id="rId8"/>
    <p:sldLayoutId id="2147483671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607289" y="4779241"/>
            <a:ext cx="488834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1" lang="en-US" altLang="zh-TW" sz="2400" dirty="0">
                <a:solidFill>
                  <a:schemeClr val="bg1"/>
                </a:solidFill>
              </a:rPr>
              <a:t>Department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r>
              <a:rPr kumimoji="1" lang="en-US" altLang="zh-TW" sz="2400" dirty="0">
                <a:solidFill>
                  <a:schemeClr val="bg1"/>
                </a:solidFill>
              </a:rPr>
              <a:t>BLNC00</a:t>
            </a:r>
          </a:p>
          <a:p>
            <a:pPr algn="l" eaLnBrk="0" hangingPunct="0">
              <a:spcBef>
                <a:spcPct val="0"/>
              </a:spcBef>
            </a:pPr>
            <a:r>
              <a:rPr kumimoji="1" lang="en-US" altLang="zh-TW" sz="2400" dirty="0">
                <a:solidFill>
                  <a:schemeClr val="bg1"/>
                </a:solidFill>
              </a:rPr>
              <a:t>Course</a:t>
            </a:r>
            <a:r>
              <a:rPr kumimoji="1" lang="zh-TW" altLang="en-US" sz="2400" dirty="0">
                <a:solidFill>
                  <a:schemeClr val="bg1"/>
                </a:solidFill>
              </a:rPr>
              <a:t> </a:t>
            </a:r>
            <a:r>
              <a:rPr kumimoji="1" lang="en-US" altLang="zh-TW" sz="2400" dirty="0">
                <a:solidFill>
                  <a:schemeClr val="bg1"/>
                </a:solidFill>
              </a:rPr>
              <a:t>Number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endParaRPr kumimoji="1" lang="en-US" altLang="zh-TW" sz="2400" dirty="0">
              <a:solidFill>
                <a:schemeClr val="bg1"/>
              </a:solidFill>
            </a:endParaRPr>
          </a:p>
          <a:p>
            <a:pPr algn="l" eaLnBrk="0" hangingPunct="0">
              <a:spcBef>
                <a:spcPct val="0"/>
              </a:spcBef>
            </a:pPr>
            <a:r>
              <a:rPr kumimoji="1" lang="en-US" altLang="zh-TW" sz="2400" dirty="0">
                <a:solidFill>
                  <a:schemeClr val="bg1"/>
                </a:solidFill>
              </a:rPr>
              <a:t>Prepared By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r>
              <a:rPr kumimoji="1" lang="en-US" altLang="zh-TW" sz="2400" dirty="0">
                <a:solidFill>
                  <a:schemeClr val="bg1"/>
                </a:solidFill>
              </a:rPr>
              <a:t>David JH Lin</a:t>
            </a:r>
          </a:p>
          <a:p>
            <a:pPr algn="l" eaLnBrk="0" hangingPunc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solidFill>
                  <a:schemeClr val="bg1"/>
                </a:solidFill>
              </a:rPr>
              <a:t>Date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endParaRPr kumimoji="1" lang="en-US" altLang="zh-TW" sz="2400" dirty="0">
              <a:solidFill>
                <a:schemeClr val="bg1"/>
              </a:solidFill>
            </a:endParaRPr>
          </a:p>
          <a:p>
            <a:pPr algn="l" eaLnBrk="0" hangingPunc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solidFill>
                  <a:schemeClr val="bg1"/>
                </a:solidFill>
              </a:rPr>
              <a:t>Version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endParaRPr kumimoji="1" lang="en-US" altLang="zh-TW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6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405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+mn-ea"/>
                <a:ea typeface="+mn-ea"/>
              </a:rPr>
              <a:t>檔案命名規則：教材編碼</a:t>
            </a:r>
            <a:r>
              <a:rPr lang="en-US" altLang="zh-TW" sz="2400" b="1" dirty="0">
                <a:latin typeface="+mn-ea"/>
                <a:ea typeface="+mn-ea"/>
              </a:rPr>
              <a:t>_</a:t>
            </a:r>
            <a:r>
              <a:rPr lang="zh-TW" altLang="en-US" sz="2400" b="1" dirty="0">
                <a:latin typeface="+mn-ea"/>
                <a:ea typeface="+mn-ea"/>
              </a:rPr>
              <a:t>課程名稱</a:t>
            </a:r>
            <a:r>
              <a:rPr lang="en-US" altLang="zh-TW" sz="2400" b="1" dirty="0">
                <a:latin typeface="+mn-ea"/>
                <a:ea typeface="+mn-ea"/>
              </a:rPr>
              <a:t>(</a:t>
            </a:r>
            <a:r>
              <a:rPr lang="zh-TW" altLang="en-US" sz="2400" b="1" dirty="0">
                <a:latin typeface="+mn-ea"/>
                <a:ea typeface="+mn-ea"/>
              </a:rPr>
              <a:t>版本</a:t>
            </a:r>
            <a:r>
              <a:rPr lang="en-US" altLang="zh-TW" sz="2400" b="1" dirty="0">
                <a:latin typeface="+mn-ea"/>
                <a:ea typeface="+mn-ea"/>
              </a:rPr>
              <a:t>)</a:t>
            </a:r>
          </a:p>
          <a:p>
            <a:r>
              <a:rPr lang="zh-TW" altLang="en-US" sz="2400" dirty="0">
                <a:latin typeface="+mn-ea"/>
                <a:ea typeface="+mn-ea"/>
              </a:rPr>
              <a:t>字體規範：</a:t>
            </a:r>
            <a:endParaRPr lang="en-US" altLang="zh-TW" sz="2400" dirty="0">
              <a:latin typeface="+mn-ea"/>
              <a:ea typeface="+mn-ea"/>
            </a:endParaRPr>
          </a:p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92" y="2239413"/>
            <a:ext cx="6468417" cy="18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3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F41FE41B-0DA9-46AE-A260-F3B440AD0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89" y="685950"/>
            <a:ext cx="2778990" cy="560760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85FCAB6-12CF-481D-86B6-7381FF1B0B69}"/>
              </a:ext>
            </a:extLst>
          </p:cNvPr>
          <p:cNvSpPr/>
          <p:nvPr/>
        </p:nvSpPr>
        <p:spPr>
          <a:xfrm>
            <a:off x="938218" y="5499652"/>
            <a:ext cx="2422461" cy="466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 descr="一張含有 文字 的圖片&#10;&#10;自動產生的描述">
            <a:extLst>
              <a:ext uri="{FF2B5EF4-FFF2-40B4-BE49-F238E27FC236}">
                <a16:creationId xmlns:a16="http://schemas.microsoft.com/office/drawing/2014/main" id="{A4709620-8485-4926-989C-46A2B3835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803" y="1521560"/>
            <a:ext cx="8672636" cy="429486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36D302D-B7E6-42FD-8242-92ACF43FB153}"/>
              </a:ext>
            </a:extLst>
          </p:cNvPr>
          <p:cNvSpPr/>
          <p:nvPr/>
        </p:nvSpPr>
        <p:spPr>
          <a:xfrm>
            <a:off x="9187850" y="2962344"/>
            <a:ext cx="1864463" cy="466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32572B-EE7F-4990-A89F-FD5116888318}"/>
              </a:ext>
            </a:extLst>
          </p:cNvPr>
          <p:cNvSpPr/>
          <p:nvPr/>
        </p:nvSpPr>
        <p:spPr>
          <a:xfrm>
            <a:off x="6691708" y="3489753"/>
            <a:ext cx="6142731" cy="466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70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C9482D7A-1DE7-4430-B59E-59CDBB3FD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312433"/>
            <a:ext cx="11786939" cy="164375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5067C7C-AE77-4A4B-BF32-8C3FB59FC2BA}"/>
              </a:ext>
            </a:extLst>
          </p:cNvPr>
          <p:cNvSpPr/>
          <p:nvPr/>
        </p:nvSpPr>
        <p:spPr>
          <a:xfrm>
            <a:off x="8282434" y="2489534"/>
            <a:ext cx="2292801" cy="466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 descr="一張含有 桌 的圖片&#10;&#10;自動產生的描述">
            <a:extLst>
              <a:ext uri="{FF2B5EF4-FFF2-40B4-BE49-F238E27FC236}">
                <a16:creationId xmlns:a16="http://schemas.microsoft.com/office/drawing/2014/main" id="{42422854-3CF4-418A-8E47-8F6BF3EA7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3489753"/>
            <a:ext cx="9006734" cy="250305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11DC103-07AC-4745-BBFD-A6D8084A1B76}"/>
              </a:ext>
            </a:extLst>
          </p:cNvPr>
          <p:cNvSpPr/>
          <p:nvPr/>
        </p:nvSpPr>
        <p:spPr>
          <a:xfrm>
            <a:off x="1543704" y="3989817"/>
            <a:ext cx="5400435" cy="939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9A8ECB0-39E9-4CF9-9C8C-05D3E6DC298E}"/>
              </a:ext>
            </a:extLst>
          </p:cNvPr>
          <p:cNvSpPr txBox="1"/>
          <p:nvPr/>
        </p:nvSpPr>
        <p:spPr>
          <a:xfrm>
            <a:off x="9753600" y="4333461"/>
            <a:ext cx="223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手動加四個</a:t>
            </a:r>
            <a:r>
              <a:rPr lang="en-US" altLang="zh-TW" dirty="0"/>
              <a:t>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516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2BBAB5-6705-43C9-ACB8-ACD621C8F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64" y="1526711"/>
            <a:ext cx="11307336" cy="262456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028D477-340F-44C1-967F-F7B4AE903056}"/>
              </a:ext>
            </a:extLst>
          </p:cNvPr>
          <p:cNvSpPr/>
          <p:nvPr/>
        </p:nvSpPr>
        <p:spPr>
          <a:xfrm>
            <a:off x="7699513" y="2081504"/>
            <a:ext cx="3989167" cy="939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DA7DECC-687C-4E3A-8019-C427F4F02ED5}"/>
              </a:ext>
            </a:extLst>
          </p:cNvPr>
          <p:cNvSpPr txBox="1"/>
          <p:nvPr/>
        </p:nvSpPr>
        <p:spPr>
          <a:xfrm>
            <a:off x="6096000" y="4431687"/>
            <a:ext cx="223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手動選站別</a:t>
            </a:r>
          </a:p>
        </p:txBody>
      </p:sp>
    </p:spTree>
    <p:extLst>
      <p:ext uri="{BB962C8B-B14F-4D97-AF65-F5344CB8AC3E}">
        <p14:creationId xmlns:p14="http://schemas.microsoft.com/office/powerpoint/2010/main" val="265197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88C1935C-35A3-4738-A17A-A6CB15905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620" y="788218"/>
            <a:ext cx="7790476" cy="3276190"/>
          </a:xfrm>
          <a:prstGeom prst="rect">
            <a:avLst/>
          </a:prstGeom>
        </p:spPr>
      </p:pic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28D477-340F-44C1-967F-F7B4AE903056}"/>
              </a:ext>
            </a:extLst>
          </p:cNvPr>
          <p:cNvSpPr/>
          <p:nvPr/>
        </p:nvSpPr>
        <p:spPr>
          <a:xfrm>
            <a:off x="7699514" y="3736718"/>
            <a:ext cx="781878" cy="404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DA7DECC-687C-4E3A-8019-C427F4F02ED5}"/>
              </a:ext>
            </a:extLst>
          </p:cNvPr>
          <p:cNvSpPr txBox="1"/>
          <p:nvPr/>
        </p:nvSpPr>
        <p:spPr>
          <a:xfrm>
            <a:off x="6970644" y="4487502"/>
            <a:ext cx="223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生產總數量</a:t>
            </a:r>
          </a:p>
        </p:txBody>
      </p:sp>
    </p:spTree>
    <p:extLst>
      <p:ext uri="{BB962C8B-B14F-4D97-AF65-F5344CB8AC3E}">
        <p14:creationId xmlns:p14="http://schemas.microsoft.com/office/powerpoint/2010/main" val="315258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6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4046032471"/>
              </p:ext>
            </p:extLst>
          </p:nvPr>
        </p:nvGraphicFramePr>
        <p:xfrm>
          <a:off x="838200" y="1086860"/>
          <a:ext cx="10808855" cy="5119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>
                  <a:extLst>
                    <a:ext uri="{9D8B030D-6E8A-4147-A177-3AD203B41FA5}">
                      <a16:colId xmlns:a16="http://schemas.microsoft.com/office/drawing/2014/main" val="147055720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525732186"/>
                    </a:ext>
                  </a:extLst>
                </a:gridCol>
                <a:gridCol w="2193752">
                  <a:extLst>
                    <a:ext uri="{9D8B030D-6E8A-4147-A177-3AD203B41FA5}">
                      <a16:colId xmlns:a16="http://schemas.microsoft.com/office/drawing/2014/main" val="254929870"/>
                    </a:ext>
                  </a:extLst>
                </a:gridCol>
                <a:gridCol w="3306618">
                  <a:extLst>
                    <a:ext uri="{9D8B030D-6E8A-4147-A177-3AD203B41FA5}">
                      <a16:colId xmlns:a16="http://schemas.microsoft.com/office/drawing/2014/main" val="1695004973"/>
                    </a:ext>
                  </a:extLst>
                </a:gridCol>
                <a:gridCol w="2401455">
                  <a:extLst>
                    <a:ext uri="{9D8B030D-6E8A-4147-A177-3AD203B41FA5}">
                      <a16:colId xmlns:a16="http://schemas.microsoft.com/office/drawing/2014/main" val="191210406"/>
                    </a:ext>
                  </a:extLst>
                </a:gridCol>
              </a:tblGrid>
              <a:tr h="511998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修改時間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修改頁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修改內容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修改人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560012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01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All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初版製作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76383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513261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041611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056264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234908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269554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735667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747905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077437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History Record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22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151784" y="2564904"/>
            <a:ext cx="4050000" cy="72000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-END-</a:t>
            </a:r>
            <a:endParaRPr lang="zh-TW" altLang="en-US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84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6249">
        <p14:reveal/>
      </p:transition>
    </mc:Choice>
    <mc:Fallback xmlns="">
      <p:transition spd="med" advTm="6249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14A5ECE207F104B8510E2684F3B1A55" ma:contentTypeVersion="0" ma:contentTypeDescription="建立新的文件。" ma:contentTypeScope="" ma:versionID="d867a9224bc5c9a0960210d5ef1d1b7b">
  <xsd:schema xmlns:xsd="http://www.w3.org/2001/XMLSchema" xmlns:p="http://schemas.microsoft.com/office/2006/metadata/properties" targetNamespace="http://schemas.microsoft.com/office/2006/metadata/properties" ma:root="true" ma:fieldsID="b8ca951d90cafeb83d4a03d140f1bad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 ma:readOnly="true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29253D25-1C87-4885-BA26-D62771507FA1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644D257-8D43-4A11-B422-0831BB3D99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E9BD5B-B225-4F65-B263-06F9A02155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6006</TotalTime>
  <Words>91</Words>
  <Application>Microsoft Office PowerPoint</Application>
  <PresentationFormat>寬螢幕</PresentationFormat>
  <Paragraphs>41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Microsoft YaHei</vt:lpstr>
      <vt:lpstr>Myriad Pro</vt:lpstr>
      <vt:lpstr>微軟正黑體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-END-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server</dc:title>
  <dc:creator>Bing Wu/WYHQ/Wiwynn</dc:creator>
  <cp:lastModifiedBy>David JH Lin/WYTN/Wiwynn</cp:lastModifiedBy>
  <cp:revision>322</cp:revision>
  <cp:lastPrinted>2019-01-25T08:23:54Z</cp:lastPrinted>
  <dcterms:created xsi:type="dcterms:W3CDTF">2017-01-04T04:51:59Z</dcterms:created>
  <dcterms:modified xsi:type="dcterms:W3CDTF">2023-10-31T11:43:11Z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a24c06-90a5-45de-95e3-fe6830a74449_Enabled">
    <vt:lpwstr>true</vt:lpwstr>
  </property>
  <property fmtid="{D5CDD505-2E9C-101B-9397-08002B2CF9AE}" pid="3" name="MSIP_Label_2fa24c06-90a5-45de-95e3-fe6830a74449_SetDate">
    <vt:lpwstr>2023-10-31T11:43:02Z</vt:lpwstr>
  </property>
  <property fmtid="{D5CDD505-2E9C-101B-9397-08002B2CF9AE}" pid="4" name="MSIP_Label_2fa24c06-90a5-45de-95e3-fe6830a74449_Method">
    <vt:lpwstr>Privileged</vt:lpwstr>
  </property>
  <property fmtid="{D5CDD505-2E9C-101B-9397-08002B2CF9AE}" pid="5" name="MSIP_Label_2fa24c06-90a5-45de-95e3-fe6830a74449_Name">
    <vt:lpwstr>Wiwynn Classified</vt:lpwstr>
  </property>
  <property fmtid="{D5CDD505-2E9C-101B-9397-08002B2CF9AE}" pid="6" name="MSIP_Label_2fa24c06-90a5-45de-95e3-fe6830a74449_SiteId">
    <vt:lpwstr>da6e0628-fc83-4caf-9dd2-73061cbab167</vt:lpwstr>
  </property>
  <property fmtid="{D5CDD505-2E9C-101B-9397-08002B2CF9AE}" pid="7" name="MSIP_Label_2fa24c06-90a5-45de-95e3-fe6830a74449_ActionId">
    <vt:lpwstr>45dd1da4-1c49-4cd2-ae17-bc640458b7ab</vt:lpwstr>
  </property>
  <property fmtid="{D5CDD505-2E9C-101B-9397-08002B2CF9AE}" pid="8" name="MSIP_Label_2fa24c06-90a5-45de-95e3-fe6830a74449_ContentBits">
    <vt:lpwstr>2</vt:lpwstr>
  </property>
  <property fmtid="{D5CDD505-2E9C-101B-9397-08002B2CF9AE}" pid="9" name="ClassificationContentMarkingFooterLocations">
    <vt:lpwstr>Office 佈景主題:3</vt:lpwstr>
  </property>
  <property fmtid="{D5CDD505-2E9C-101B-9397-08002B2CF9AE}" pid="10" name="ClassificationContentMarkingFooterText">
    <vt:lpwstr>Wiwynn Internal</vt:lpwstr>
  </property>
</Properties>
</file>